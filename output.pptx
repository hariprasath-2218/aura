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75DFC-2E82-62D5-9488-D111B842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5B68-25A6-43E6-A0C9-83EC9E40EE45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A1D2E-7E78-B126-1CB8-614818F2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AURA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D74B0-4198-AFDE-98FD-3A4F29D7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All the Best Student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1678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75DFC-2E82-62D5-9488-D111B842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5B68-25A6-43E6-A0C9-83EC9E40EE45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A1D2E-7E78-B126-1CB8-614818F2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AURA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D74B0-4198-AFDE-98FD-3A4F29D7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All the Best Student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2352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75DFC-2E82-62D5-9488-D111B842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5B68-25A6-43E6-A0C9-83EC9E40EE45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A1D2E-7E78-B126-1CB8-614818F2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AURA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D74B0-4198-AFDE-98FD-3A4F29D7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All the Best Student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3413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75DFC-2E82-62D5-9488-D111B842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5B68-25A6-43E6-A0C9-83EC9E40EE45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A1D2E-7E78-B126-1CB8-614818F2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AURA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D74B0-4198-AFDE-98FD-3A4F29D7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All the Best Student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6353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75DFC-2E82-62D5-9488-D111B842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5B68-25A6-43E6-A0C9-83EC9E40EE45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A1D2E-7E78-B126-1CB8-614818F2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AURA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D74B0-4198-AFDE-98FD-3A4F29D7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All the Best Student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5471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75DFC-2E82-62D5-9488-D111B842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5B68-25A6-43E6-A0C9-83EC9E40EE45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A1D2E-7E78-B126-1CB8-614818F2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AURA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D74B0-4198-AFDE-98FD-3A4F29D7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All the Best Student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0563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75DFC-2E82-62D5-9488-D111B842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5B68-25A6-43E6-A0C9-83EC9E40EE45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A1D2E-7E78-B126-1CB8-614818F2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AURA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D74B0-4198-AFDE-98FD-3A4F29D7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All the Best Student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778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75DFC-2E82-62D5-9488-D111B842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5B68-25A6-43E6-A0C9-83EC9E40EE45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A1D2E-7E78-B126-1CB8-614818F2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AURA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D74B0-4198-AFDE-98FD-3A4F29D7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All the Best Student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1244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alphaModFix amt="3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91D4A-5437-5350-CF39-EFC2F8821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25B68-25A6-43E6-A0C9-83EC9E40EE45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E34FC-334A-2CD8-FF69-15D259C52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AURA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B8D85-9F5A-E806-CFD6-14261C2B3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r>
              <a:rPr lang="en-US" dirty="0"/>
              <a:t>All the best Student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2869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889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/>
            </a:pPr>
            <a:r>
              <a:t>Lot Language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/>
            </a:pPr>
            <a:r>
              <a:t>The Lot Language Model is based on a transformer architecture, which consists of an encoder and a decoder.</a:t>
            </a:r>
          </a:p>
          <a:p>
            <a:pPr algn="l">
              <a:spcAft>
                <a:spcPts val="1000"/>
              </a:spcAft>
              <a:defRPr sz="2000"/>
            </a:pPr>
            <a:r>
              <a:t>The encoder takes in a sequence of input tokens and generates a continuous representation of the input text.</a:t>
            </a:r>
          </a:p>
          <a:p>
            <a:pPr algn="l">
              <a:spcAft>
                <a:spcPts val="1000"/>
              </a:spcAft>
              <a:defRPr sz="2000"/>
            </a:pPr>
            <a:r>
              <a:t>The decoder generates the output sequence one token at a time, conditioned on the input sequence and the previous tokens in the output sequence.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/>
            </a:pPr>
            <a:r>
              <a:t>The Lot Language Model is trained using a masked language modeling objective, where some tokens in the input sequence are randomly replaced with a [MASK] token.</a:t>
            </a:r>
          </a:p>
          <a:p>
            <a:pPr algn="l">
              <a:spcAft>
                <a:spcPts val="1000"/>
              </a:spcAft>
              <a:defRPr sz="2000"/>
            </a:pPr>
            <a:r>
              <a:t>The model is trained to predict the original token that was replaced with the [MASK] token.</a:t>
            </a:r>
          </a:p>
          <a:p>
            <a:pPr algn="l">
              <a:spcAft>
                <a:spcPts val="1000"/>
              </a:spcAft>
              <a:defRPr sz="2000"/>
            </a:pPr>
            <a:r>
              <a:t>The training process involves optimizing the model's parameters to minimize the difference between the predicted token and the original token.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/>
            </a:pPr>
            <a:r>
              <a:t>The Lot Language Model can be used for a variety of natural language processing tasks, including language translation, text summarization, and question answering.</a:t>
            </a:r>
          </a:p>
          <a:p>
            <a:pPr algn="l">
              <a:spcAft>
                <a:spcPts val="1000"/>
              </a:spcAft>
              <a:defRPr sz="2000"/>
            </a:pPr>
            <a:r>
              <a:t>The model can also be used for text generation tasks, such as generating product descriptions or chatbot responses.</a:t>
            </a:r>
          </a:p>
          <a:p>
            <a:pPr algn="l">
              <a:spcAft>
                <a:spcPts val="1000"/>
              </a:spcAft>
              <a:defRPr sz="2000"/>
            </a:pPr>
            <a:r>
              <a:t>The model can be fine-tuned for specific tasks and domains, allowing it to adapt to different use cases and applications.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/>
            </a:pPr>
            <a:r>
              <a:t>The Lot Language Model has several advantages over other language models, including its ability to generate coherent and context-specific text.</a:t>
            </a:r>
          </a:p>
          <a:p>
            <a:pPr algn="l">
              <a:spcAft>
                <a:spcPts val="1000"/>
              </a:spcAft>
              <a:defRPr sz="2000"/>
            </a:pPr>
            <a:r>
              <a:t>The model is also highly flexible and can be fine-tuned for a wide range of tasks and domains.</a:t>
            </a:r>
          </a:p>
          <a:p>
            <a:pPr algn="l">
              <a:spcAft>
                <a:spcPts val="1000"/>
              </a:spcAft>
              <a:defRPr sz="2000"/>
            </a:pPr>
            <a:r>
              <a:t>The model's architecture allows it to handle long-range dependencies and complex relationships between tokens.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/>
            </a:pPr>
            <a:r>
              <a:t>The Lot Language Model has several limitations, including its reliance on large amounts of training data and computational resources.</a:t>
            </a:r>
          </a:p>
          <a:p>
            <a:pPr algn="l">
              <a:spcAft>
                <a:spcPts val="1000"/>
              </a:spcAft>
              <a:defRPr sz="2000"/>
            </a:pPr>
            <a:r>
              <a:t>The model can also be prone to overfitting and requires careful tuning of hyperparameters to achieve good performance.</a:t>
            </a:r>
          </a:p>
          <a:p>
            <a:pPr algn="l">
              <a:spcAft>
                <a:spcPts val="1000"/>
              </a:spcAft>
              <a:defRPr sz="2000"/>
            </a:pPr>
            <a:r>
              <a:t>The model's performance can also be affected by the quality of the input data and the specific task or domain being targeted.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/>
            </a:pPr>
            <a:r>
              <a:t>The Lot Language Model can be compared to other language models, such as BERT and RoBERTa, which also use transformer architectures and masked language modeling objectives.</a:t>
            </a:r>
          </a:p>
          <a:p>
            <a:pPr algn="l">
              <a:spcAft>
                <a:spcPts val="1000"/>
              </a:spcAft>
              <a:defRPr sz="2000"/>
            </a:pPr>
            <a:r>
              <a:t>However, the Lot Language Model has several key differences, including its use of a different architecture and training objective.</a:t>
            </a:r>
          </a:p>
          <a:p>
            <a:pPr algn="l">
              <a:spcAft>
                <a:spcPts val="1000"/>
              </a:spcAft>
              <a:defRPr sz="2000"/>
            </a:pPr>
            <a:r>
              <a:t>The model's performance can also be compared to other models on specific tasks and domains, allowing for a more detailed evaluation of its strengths and weaknesses.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/>
            </a:pPr>
            <a:r>
              <a:t>Future work on the Lot Language Model could involve exploring new architectures and training objectives, such as using reinforcement learning or multi-task learning.</a:t>
            </a:r>
          </a:p>
          <a:p>
            <a:pPr algn="l">
              <a:spcAft>
                <a:spcPts val="1000"/>
              </a:spcAft>
              <a:defRPr sz="2000"/>
            </a:pPr>
            <a:r>
              <a:t>The model could also be fine-tuned for specific tasks and domains, allowing it to adapt to different use cases and applications.</a:t>
            </a:r>
          </a:p>
          <a:p>
            <a:pPr algn="l">
              <a:spcAft>
                <a:spcPts val="1000"/>
              </a:spcAft>
              <a:defRPr sz="2000"/>
            </a:pPr>
            <a:r>
              <a:t>The model's performance could also be evaluated on a wider range of tasks and domains, allowing for a more comprehensive understanding of its strengths and weaknesses.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Aptos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 Prasath</dc:creator>
  <cp:lastModifiedBy>Hari Prasath</cp:lastModifiedBy>
  <cp:revision>3</cp:revision>
  <dcterms:created xsi:type="dcterms:W3CDTF">2026-01-21T08:21:20Z</dcterms:created>
  <dcterms:modified xsi:type="dcterms:W3CDTF">2026-01-21T08:41:04Z</dcterms:modified>
</cp:coreProperties>
</file>