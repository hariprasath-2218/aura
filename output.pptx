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6" d="100"/>
          <a:sy n="96" d="100"/>
        </p:scale>
        <p:origin x="13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1678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2352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34137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6353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54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0563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778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41244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alphaModFix amt="3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91D4A-5437-5350-CF39-EFC2F88217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E34FC-334A-2CD8-FF69-15D259C52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B8D85-9F5A-E806-CFD6-14261C2B3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2869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889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/>
            </a:pPr>
            <a:r>
              <a:t>Large Language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What is a Large Language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A large language model is a type of artificial intelligence (AI) that is trained on a massive dataset of text to generate human-like language.</a:t>
            </a:r>
          </a:p>
          <a:p>
            <a:pPr algn="l">
              <a:spcAft>
                <a:spcPts val="1000"/>
              </a:spcAft>
              <a:defRPr sz="2000"/>
            </a:pPr>
            <a:r>
              <a:t>These models are designed to understand and generate text, and can be used for a variety of tasks such as language translation, text summarization, and chatbots.</a:t>
            </a:r>
          </a:p>
          <a:p>
            <a:pPr algn="l">
              <a:spcAft>
                <a:spcPts val="1000"/>
              </a:spcAft>
              <a:defRPr sz="2000"/>
            </a:pPr>
            <a:r>
              <a:t>Large language models are typically trained on a large corpus of text data, which allows them to learn patterns and relationships in language.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Types of Large 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There are several types of large language models, including transformer-based models, recurrent neural network (RNN) models, and hybrid models.</a:t>
            </a:r>
          </a:p>
          <a:p>
            <a:pPr algn="l">
              <a:spcAft>
                <a:spcPts val="1000"/>
              </a:spcAft>
              <a:defRPr sz="2000"/>
            </a:pPr>
            <a:r>
              <a:t>Transformer-based models are particularly popular due to their ability to handle long-range dependencies in language, making them well-suited for tasks such as language translation and text summarization.</a:t>
            </a:r>
          </a:p>
          <a:p>
            <a:pPr algn="l">
              <a:spcAft>
                <a:spcPts val="1000"/>
              </a:spcAft>
              <a:defRPr sz="2000"/>
            </a:pPr>
            <a:r>
              <a:t>Hybrid models combine the strengths of different architectures, such as the transformer and RNN models, to achieve better performance on a variety of tasks.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Applications of Large 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Large language models have a wide range of applications, including language translation, text summarization, chatbots, and content generation.</a:t>
            </a:r>
          </a:p>
          <a:p>
            <a:pPr algn="l">
              <a:spcAft>
                <a:spcPts val="1000"/>
              </a:spcAft>
              <a:defRPr sz="2000"/>
            </a:pPr>
            <a:r>
              <a:t>These models can be used to generate human-like text for a variety of purposes, such as creating product descriptions, social media posts, and articles.</a:t>
            </a:r>
          </a:p>
          <a:p>
            <a:pPr algn="l">
              <a:spcAft>
                <a:spcPts val="1000"/>
              </a:spcAft>
              <a:defRPr sz="2000"/>
            </a:pPr>
            <a:r>
              <a:t>Large language models can also be used to analyze and understand language patterns, which can be useful for tasks such as sentiment analysis and topic modeling.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Advantages of Large 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Large language models have several advantages, including their ability to understand and generate human-like language, and their ability to learn from large datasets.</a:t>
            </a:r>
          </a:p>
          <a:p>
            <a:pPr algn="l">
              <a:spcAft>
                <a:spcPts val="1000"/>
              </a:spcAft>
              <a:defRPr sz="2000"/>
            </a:pPr>
            <a:r>
              <a:t>These models can be used to automate a variety of tasks, such as language translation and text summarization, which can save time and increase efficiency.</a:t>
            </a:r>
          </a:p>
          <a:p>
            <a:pPr algn="l">
              <a:spcAft>
                <a:spcPts val="1000"/>
              </a:spcAft>
              <a:defRPr sz="2000"/>
            </a:pPr>
            <a:r>
              <a:t>Large language models can also be used to analyze and understand language patterns, which can be useful for tasks such as sentiment analysis and topic modeling.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Challenges of Large 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One of the main challenges of large language models is their need for large amounts of training data, which can be difficult to obtain and process.</a:t>
            </a:r>
          </a:p>
          <a:p>
            <a:pPr algn="l">
              <a:spcAft>
                <a:spcPts val="1000"/>
              </a:spcAft>
              <a:defRPr sz="2000"/>
            </a:pPr>
            <a:r>
              <a:t>These models can also be prone to bias and errors, particularly if they are trained on biased or incomplete data.</a:t>
            </a:r>
          </a:p>
          <a:p>
            <a:pPr algn="l">
              <a:spcAft>
                <a:spcPts val="1000"/>
              </a:spcAft>
              <a:defRPr sz="2000"/>
            </a:pPr>
            <a:r>
              <a:t>Large language models can also be computationally expensive to train and deploy, which can make them difficult to use in certain situations.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Future of Large 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The future of large language models is likely to involve continued advancements in their ability to understand and generate human-like language.</a:t>
            </a:r>
          </a:p>
          <a:p>
            <a:pPr algn="l">
              <a:spcAft>
                <a:spcPts val="1000"/>
              </a:spcAft>
              <a:defRPr sz="2000"/>
            </a:pPr>
            <a:r>
              <a:t>These models are likely to be used in a wide range of applications, including language translation, text summarization, and chatbots.</a:t>
            </a:r>
          </a:p>
          <a:p>
            <a:pPr algn="l">
              <a:spcAft>
                <a:spcPts val="1000"/>
              </a:spcAft>
              <a:defRPr sz="2000"/>
            </a:pPr>
            <a:r>
              <a:t>Large language models may also be used to analyze and understand language patterns, which can be useful for tasks such as sentiment analysis and topic modeling.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Limitations of Large 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One of the main limitations of large language models is their need for large amounts of training data, which can be difficult to obtain and process.</a:t>
            </a:r>
          </a:p>
          <a:p>
            <a:pPr algn="l">
              <a:spcAft>
                <a:spcPts val="1000"/>
              </a:spcAft>
              <a:defRPr sz="2000"/>
            </a:pPr>
            <a:r>
              <a:t>These models can also be prone to bias and errors, particularly if they are trained on biased or incomplete data.</a:t>
            </a:r>
          </a:p>
          <a:p>
            <a:pPr algn="l">
              <a:spcAft>
                <a:spcPts val="1000"/>
              </a:spcAft>
              <a:defRPr sz="2000"/>
            </a:pPr>
            <a:r>
              <a:t>Large language models can also be computationally expensive to train and deploy, which can make them difficult to use in certain situations.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Aptos</vt:lpstr>
      <vt:lpstr>Arial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Hari Prasath</dc:creator>
  <cp:lastModifiedBy>Hari Prasath</cp:lastModifiedBy>
  <cp:revision>3</cp:revision>
  <dcterms:created xsi:type="dcterms:W3CDTF">2026-01-21T08:21:20Z</dcterms:created>
  <dcterms:modified xsi:type="dcterms:W3CDTF">2026-01-21T08:41:04Z</dcterms:modified>
</cp:coreProperties>
</file>