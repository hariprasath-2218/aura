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6" d="100"/>
          <a:sy n="96" d="100"/>
        </p:scale>
        <p:origin x="13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16788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23525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34137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6353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5471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0563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778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75DFC-2E82-62D5-9488-D111B8424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A1D2E-7E78-B126-1CB8-614818F2D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D74B0-4198-AFDE-98FD-3A4F29D7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412448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alphaModFix amt="3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91D4A-5437-5350-CF39-EFC2F88217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025B68-25A6-43E6-A0C9-83EC9E40EE45}" type="datetimeFigureOut">
              <a:rPr lang="en-IN" smtClean="0"/>
              <a:t>21-01-2026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E34FC-334A-2CD8-FF69-15D259C521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AURA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B8D85-9F5A-E806-CFD6-14261C2B3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r>
              <a:rPr lang="en-US" dirty="0"/>
              <a:t>All the best Student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2869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889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/>
            </a:pPr>
            <a:r>
              <a:t>Data Analytics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Importance of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Data analytics helps organizations make informed decisions by providing insights into customer behavior, market trends, and operational efficiency.</a:t>
            </a:r>
          </a:p>
          <a:p>
            <a:pPr algn="l">
              <a:spcAft>
                <a:spcPts val="1000"/>
              </a:spcAft>
              <a:defRPr sz="2000"/>
            </a:pPr>
            <a:r>
              <a:t>It enables businesses to identify areas of improvement, optimize processes, and develop data-driven strategies.</a:t>
            </a:r>
          </a:p>
          <a:p>
            <a:pPr algn="l">
              <a:spcAft>
                <a:spcPts val="1000"/>
              </a:spcAft>
              <a:defRPr sz="2000"/>
            </a:pPr>
            <a:r>
              <a:t>Data analytics also helps organizations stay competitive by providing a competitive edge in the market.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Types of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Descriptive analytics provides historical data and insights into what has happened, while predictive analytics uses statistical models to forecast future outcomes.</a:t>
            </a:r>
          </a:p>
          <a:p>
            <a:pPr algn="l">
              <a:spcAft>
                <a:spcPts val="1000"/>
              </a:spcAft>
              <a:defRPr sz="2000"/>
            </a:pPr>
            <a:r>
              <a:t>Prescriptive analytics takes it a step further by providing recommendations on what actions to take based on the data analysis.</a:t>
            </a:r>
          </a:p>
          <a:p>
            <a:pPr algn="l">
              <a:spcAft>
                <a:spcPts val="1000"/>
              </a:spcAft>
              <a:defRPr sz="2000"/>
            </a:pPr>
            <a:r>
              <a:t>Big data analytics involves analyzing large datasets to uncover hidden patterns and trends.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Data Analytics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Microsoft Power BI is a popular business analytics service that provides interactive visualizations and business intelligence capabilities.</a:t>
            </a:r>
          </a:p>
          <a:p>
            <a:pPr algn="l">
              <a:spcAft>
                <a:spcPts val="1000"/>
              </a:spcAft>
              <a:defRPr sz="2000"/>
            </a:pPr>
            <a:r>
              <a:t>Tableau is another widely used data analytics tool that enables users to connect to various data sources and create interactive dashboards.</a:t>
            </a:r>
          </a:p>
          <a:p>
            <a:pPr algn="l">
              <a:spcAft>
                <a:spcPts val="1000"/>
              </a:spcAft>
              <a:defRPr sz="2000"/>
            </a:pPr>
            <a:r>
              <a:t>Google Data Studio is a free tool that allows users to create interactive, web-based data visualizations and reports.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Data Analytics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Regression analysis is a statistical method used to establish a relationship between variables and predict outcomes.</a:t>
            </a:r>
          </a:p>
          <a:p>
            <a:pPr algn="l">
              <a:spcAft>
                <a:spcPts val="1000"/>
              </a:spcAft>
              <a:defRPr sz="2000"/>
            </a:pPr>
            <a:r>
              <a:t>Decision trees are a type of machine learning algorithm used to classify data and make predictions.</a:t>
            </a:r>
          </a:p>
          <a:p>
            <a:pPr algn="l">
              <a:spcAft>
                <a:spcPts val="1000"/>
              </a:spcAft>
              <a:defRPr sz="2000"/>
            </a:pPr>
            <a:r>
              <a:t>Clustering analysis involves grouping similar data points together to identify patterns and trends.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Benefits of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Data analytics helps organizations reduce costs, improve efficiency, and increase revenue.</a:t>
            </a:r>
          </a:p>
          <a:p>
            <a:pPr algn="l">
              <a:spcAft>
                <a:spcPts val="1000"/>
              </a:spcAft>
              <a:defRPr sz="2000"/>
            </a:pPr>
            <a:r>
              <a:t>It enables businesses to make data-driven decisions, reducing the risk of human error and bias.</a:t>
            </a:r>
          </a:p>
          <a:p>
            <a:pPr algn="l">
              <a:spcAft>
                <a:spcPts val="1000"/>
              </a:spcAft>
              <a:defRPr sz="2000"/>
            </a:pPr>
            <a:r>
              <a:t>Data analytics also helps organizations improve customer satisfaction and loyalty by providing insights into customer behavior.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Challenges of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Data quality and accuracy are major challenges in data analytics, as poor data can lead to incorrect insights and decisions.</a:t>
            </a:r>
          </a:p>
          <a:p>
            <a:pPr algn="l">
              <a:spcAft>
                <a:spcPts val="1000"/>
              </a:spcAft>
              <a:defRPr sz="2000"/>
            </a:pPr>
            <a:r>
              <a:t>Data analytics requires significant technical expertise, including programming skills and knowledge of statistical models.</a:t>
            </a:r>
          </a:p>
          <a:p>
            <a:pPr algn="l">
              <a:spcAft>
                <a:spcPts val="1000"/>
              </a:spcAft>
              <a:defRPr sz="2000"/>
            </a:pPr>
            <a:r>
              <a:t>Data analytics also requires significant investment in infrastructure, including data storage and processing capabilities.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943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Future of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000"/>
            </a:pPr>
            <a:r>
              <a:t>The future of data analytics is expected to be driven by advancements in artificial intelligence and machine learning.</a:t>
            </a:r>
          </a:p>
          <a:p>
            <a:pPr algn="l">
              <a:spcAft>
                <a:spcPts val="1000"/>
              </a:spcAft>
              <a:defRPr sz="2000"/>
            </a:pPr>
            <a:r>
              <a:t>Data analytics will become more accessible and user-friendly, enabling non-technical users to create and analyze data visualizations.</a:t>
            </a:r>
          </a:p>
          <a:p>
            <a:pPr algn="l">
              <a:spcAft>
                <a:spcPts val="1000"/>
              </a:spcAft>
              <a:defRPr sz="2000"/>
            </a:pPr>
            <a:r>
              <a:t>The use of data analytics will become more widespread across industries, including healthcare, finance, and education.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Aptos</vt:lpstr>
      <vt:lpstr>Arial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Hari Prasath</dc:creator>
  <cp:lastModifiedBy>Hari Prasath</cp:lastModifiedBy>
  <cp:revision>3</cp:revision>
  <dcterms:created xsi:type="dcterms:W3CDTF">2026-01-21T08:21:20Z</dcterms:created>
  <dcterms:modified xsi:type="dcterms:W3CDTF">2026-01-21T08:41:04Z</dcterms:modified>
</cp:coreProperties>
</file>