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67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35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41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3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47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5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7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12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1D4A-5437-5350-CF39-EFC2F8821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E34FC-334A-2CD8-FF69-15D259C52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8D85-9F5A-E806-CFD6-14261C2B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8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Prasath</dc:creator>
  <cp:lastModifiedBy>Hari Prasath</cp:lastModifiedBy>
  <cp:revision>3</cp:revision>
  <dcterms:created xsi:type="dcterms:W3CDTF">2026-01-21T08:21:20Z</dcterms:created>
  <dcterms:modified xsi:type="dcterms:W3CDTF">2026-01-21T08:41:04Z</dcterms:modified>
</cp:coreProperties>
</file>